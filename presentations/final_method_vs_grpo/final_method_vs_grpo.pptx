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E3A5F"/>
                </a:solidFill>
                <a:latin typeface="Calibri"/>
              </a:rPr>
              <a:t>GRPO  vs  GTPO-EMA-flipped (FIXED) + pos_discount   —   reward &amp; training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same rollouts, rewards, PPO-clip loss;  differ ONLY in the token-level advantage 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051560"/>
            <a:ext cx="562356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Calibri"/>
              </a:rPr>
              <a:t>GRPO (baseline)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19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Rollouts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group of G completions {o_i} per prompt q;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terminal reward r_i  (correct / wrong).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Advantage  (uniform per sequence)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Consolas"/>
              </a:rPr>
              <a:t>Â_i = (r_i − mean(r)) / std(r)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→ the SAME Â_i on every token t of o_i.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Objective  (token-mean PPO-clip)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J = E[ (1/G)Σ_i (1/|o_i|)Σ_t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      min( w_it·Â_i , clip(w_it,1±ε)·Â_i )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w_it = π_θ(o_it)/π_θold(o_it)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Credit assignment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COARSE — one scalar shared by all tokens;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no notion of which tokens matter.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5715000" cy="5212080"/>
          </a:xfrm>
          <a:prstGeom prst="roundRect">
            <a:avLst/>
          </a:prstGeom>
          <a:solidFill>
            <a:srgbClr val="E7F5EC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803D"/>
                </a:solidFill>
                <a:latin typeface="Calibri"/>
              </a:rPr>
              <a:t>Ours: GTPO-EMA-flipped (FIXED)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803D"/>
                </a:solidFill>
                <a:latin typeface="Calibri"/>
              </a:rPr>
              <a:t>λ = 0.5 · pos_discount · top-k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Per-token confidence &amp; EMA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C_it = −(1/k) Σ_{v∈top-k} log π(v),  k=5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EMA_it = λ·EMA_i,t−1 + (1−λ)·C_it,  λ=0.5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Split by terminal reward: O⁺ (correct) / O⁻ (wrong)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Shaped per-token reward  (flipped roles)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5803D"/>
                </a:solidFill>
                <a:latin typeface="Consolas"/>
              </a:rPr>
              <a:t>O⁺: r̃_it = α₁ + α₂·g(t)·(EMA_it⁻¹ / Σ_{O⁺}EMA⁻¹)·d_t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1C1C"/>
                </a:solidFill>
                <a:latin typeface="Consolas"/>
              </a:rPr>
              <a:t>O⁻: r̃_jt = −[ α₁ + α₂·g(t)·(EMA_jt / Σ_{O⁻}EMA)·h_t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</a:rPr>
              <a:t>pos_discount:  g(t) = τ/(τ+t),  τ=1024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(reward low-confidence/exploratory tokens on correct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 paths; punish confident tokens on wrong ones; damp late)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Per-token advantage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onsolas"/>
              </a:rPr>
              <a:t>Ã_it = z_{O⁺}(r̃⁺) + z_{O⁻}(r̃⁻)   (per-polarity z-norm)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FIXED: computed on the FULL group at generation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(π_θold), injected per-token — NOT the degenerate B=1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 recompute that made length explode.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Objective: same PPO-clip, with Â_i → Ã_it (per token)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Empirical (Qwen3-4B-Base): fine-grained credit + top-k=5 confidence beats GRPO on GSM8K / MATH-500 / Big-Math at shorter length; hard (Omni-MATH)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