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0911535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4F46E5"/>
                </a:solidFill>
              </a:rPr>
              <a:t>Confidence reward shaping on MATH levels 3-5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83280"/>
            <a:ext cx="1091153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i="1">
                <a:solidFill>
                  <a:srgbClr val="64748B"/>
                </a:solidFill>
              </a:rPr>
              <a:t>exp_039 to exp_048  —  Qwen3-4B  —  may 2026 update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</a:rPr>
              <a:t>Where we left off (april deck)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E293B"/>
                </a:solidFill>
              </a:rPr>
              <a:t>best result on Big-Math int-2000: flipped pure-proof GTPO-EMA (exp_028)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peak reward 9.5 at step 194, 11 steps earlier than matched GRPO baseline (exp_027)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on GSM-8K (exp_005, exp_024) the ranking between close confidence variants was dominated by run-to-run vLLM sampling noise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two open questions: does the per-token confidence bonus survive on a harder benchmark, and is it a real signal or seed luck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</a:rPr>
              <a:t>This block — what we 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E293B"/>
                </a:solidFill>
              </a:rPr>
              <a:t>exp_039, exp_040 — finish the Big-Math int-2000 sweep, add per-rollout logging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exp_041 — GRPO baseline on a harder benchmark: MATH-lighteval levels 3-5, integer answers, ~3400 problems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exp_042 — port GTPO-EMA-flipped to MATH levels 3-5 (turned out to be a silent ablation, see slide 6)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exp_043 — GTPO-Conf without EMA on MATH levels 3-5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exp_044 — GTPO-EMA-flipped properly activated (the real fix for exp_042)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exp_045, exp_046 — SCRS family: sequence-level confidence / entropy shaping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exp_047 — vectorised re-implementation of GTPO-Conf for MATH levels 3-5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exp_048 — UCAS Stage 1 from arXiv 2510.10649: multiplicative response-level confidence weighting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</a:rPr>
              <a:t>Confidence metric — quick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E293B"/>
                </a:solidFill>
              </a:rPr>
              <a:t>C_t = -mean over top-k log pi_v, computed at each generated token (we use top-k = 20)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intuition: C grows with peakedness of the next-token distribution, NOT with entropy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flipped split: O+ (correct rollouts) gets weight 1 / EMA(C) so flat/uncertain tokens get more credit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O- (wrong rollouts) gets weight EMA(C) so confident mistakes are penalised harder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EMA with lambda = 0.9 over the active sub-batch at each step t to denoise the per-token signal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alpha1 = 0.9 keeps the GRPO advantage as the backbone, alpha2 = 0.1 is the confidence bonus weight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</a:rPr>
              <a:t>exp_039 — GTPO-EMA-flipped on Big-Math int-2000 (full 1000 steps)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E293B"/>
                </a:solidFill>
              </a:rPr>
              <a:t>setup: Qwen3-4B, LoRA r=64, bs=4, num_generations=8, max_completion=3584, lr=5e-6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matched 1:1 against exp_038 GRPO baseline (same dataset, shuffle seed 3407)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first time the flipped GTPO-EMA finishes a full 1000-step run on Qwen3 / Big-Math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reward ceiling 9.5 hit by step 9; runtime 31371 s (8h 43m)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last-50 mean reward: 5.97, answer_exact final: 3.0, format_exact final: 3.0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matches GRPO baseline trajectory — no separation visible above the per-step noise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</a:rPr>
              <a:t>exp_039 — total reward, KL, format, answer</a:t>
            </a:r>
          </a:p>
        </p:txBody>
      </p:sp>
      <p:pic>
        <p:nvPicPr>
          <p:cNvPr id="4" name="Picture 3" descr="exp_039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733" y="1051560"/>
            <a:ext cx="9276228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64748B"/>
                </a:solidFill>
              </a:rPr>
              <a:t>1000-step run, Qwen3-4B, GTPO-EMA-flipped, Big-Math int-2000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</a:rPr>
              <a:t>exp_040 — same run + per-rollout logging tooling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E293B"/>
                </a:solidFill>
              </a:rPr>
              <a:t>identical hyperparameters to exp_039, plus a RolloutLoggerTrainer that saves per-step .npz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each .npz keeps top-20 log_probs, token ids, completion mask, advantages and correctness flag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purpose: build the substrate for offline analysis of which tokens actually carry the confidence signal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last-50 mean reward: 6.07 (close to exp_039), no behaviour change from logging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the rollout viewer (viewer.py) lets us scrub through any step and inspect token-level confidence vs the per-rollout reward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</a:rPr>
              <a:t>Dataset shift — MATH-lighteval levels 3-5 (integer)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E293B"/>
                </a:solidFill>
              </a:rPr>
              <a:t>why: Big-Math int-2000 saturates at the 9.5 ceiling within ~200 steps; can not separate methods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new train set: DigitalLearningGmbH/MATH-lighteval, levels 3, 4, 5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filter: only examples whose \boxed{} answer parses as an integer (~3400 problems total)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max_completion = 3584, same prompt template, same reward stack (format exact + approximate, answer exact + numeric)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shuffle seed 3407 fixed across exp_041..exp_048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</a:rPr>
              <a:t>exp_041 — GRPO baseline on MATH levels 3-5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E293B"/>
                </a:solidFill>
              </a:rPr>
              <a:t>Qwen3-4B, bs=4, num_generations=8, 1000 step budget (run reached step 822 before container restart)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reward ceiling 9.5 first hit at step 22; format learnt cleanly around step 250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last-50 mean reward: 7.82 — substantially higher steady-state than Big-Math int-2000 baseline (exp_027 last-50 ≈ 5.95)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mean completion length decays from 3500 to ~1500 tokens as the model stops over-thinking the easy items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this is the reference curve every confidence variant has to beat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</a:rPr>
              <a:t>exp_041 — six-panel dashboard</a:t>
            </a:r>
          </a:p>
        </p:txBody>
      </p:sp>
      <p:pic>
        <p:nvPicPr>
          <p:cNvPr id="4" name="Picture 3" descr="exp_04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8828" y="1051560"/>
            <a:ext cx="6194039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64748B"/>
                </a:solidFill>
              </a:rPr>
              <a:t>reward, pass-rate, format, answer, completion length, KL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</a:rPr>
              <a:t>exp_042 — what we thought was GTPO-EMA-flipped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E293B"/>
                </a:solidFill>
              </a:rPr>
              <a:t>we ported the flipped pure-proof trainer to MATH levels 3-5 and re-ran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result was indistinguishable from the GRPO baseline at every metric: reward, pass-rate, grad norm, cumulative pass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investigation: token_advantages were computed correctly, then multiplied by 0.0 before the loss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so exp_042 is a clean ablation: GTPO advantages computed but zeroed → pure GRPO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useful negative — confirms the test harness and the GRPO backbone are intact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</a:rPr>
              <a:t>exp_042 vs exp_041 — overlapping curves confirm the zeroing</a:t>
            </a:r>
          </a:p>
        </p:txBody>
      </p:sp>
      <p:pic>
        <p:nvPicPr>
          <p:cNvPr id="4" name="Picture 3" descr="exp_042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638" y="1051560"/>
            <a:ext cx="8486418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64748B"/>
                </a:solidFill>
              </a:rPr>
              <a:t>reward, pass rate, grad norm, cumulative pass — orange and blue track each other within noise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</a:rPr>
              <a:t>exp_043 — GTPO-Conf (no EMA) on MATH levels 3-5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E293B"/>
                </a:solidFill>
              </a:rPr>
              <a:t>method: column-wise per-token confidence advantage, log(1+C) on O+, log(1+1/C) on O-, no temporal smoothing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same recipe that beat GRPO on GSM-8K in exp_005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result: peak 9.5 at step 183, then collapse — last-50 mean reward = -3.70, answer_exact final 0.0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completion length explodes upward as the per-token bonus rewards each new uncertain token (length feedback loop)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first hard evidence that per-token confidence shaping without EMA does not transfer from GSM-8K to MATH levels 3-5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</a:rPr>
              <a:t>exp_043 — collapse after step ~200</a:t>
            </a:r>
          </a:p>
        </p:txBody>
      </p:sp>
      <p:pic>
        <p:nvPicPr>
          <p:cNvPr id="4" name="Picture 3" descr="exp_043_collap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667" y="1051560"/>
            <a:ext cx="709236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</a:rPr>
              <a:t>exp_044 — GTPO-EMA-flipped, properly activated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E293B"/>
                </a:solidFill>
              </a:rPr>
              <a:t>fix for exp_042: token_advantages = gtpo_adv (no 0.0 multiplier)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EMA smoothing was supposed to neutralise the length feedback loop seen in exp_043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result: peak 9.5 at step 150, last-50 mean reward = -1.85, answer_exact final 1.125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less catastrophic than exp_043 but still well below the GRPO baseline (7.82 → -1.85)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EMA helps but does not fix the underlying issue on this benchmark — the per-token signal is unstable for long, hard-math completions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</a:rPr>
              <a:t>exp_044 vs exp_041 — EMA does not save it on this dataset</a:t>
            </a:r>
          </a:p>
        </p:txBody>
      </p:sp>
      <p:pic>
        <p:nvPicPr>
          <p:cNvPr id="4" name="Picture 3" descr="exp_044_vs_0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11277295" cy="41008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243835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64748B"/>
                </a:solidFill>
              </a:rPr>
              <a:t>left: total reward, right: answer_exact — orange (exp_044) drifts below zero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</a:rPr>
              <a:t>Diagnosis — why per-token shaping fails on MATH levels 3-5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E293B"/>
                </a:solidFill>
              </a:rPr>
              <a:t>MATH levels 3-5 completions are 2-3x longer than GSM-8K ones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per-token bonus on O+ rewards each additional uncertain token → policy is pushed to generate longer, less decisive chains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per-token penalty on O- punishes peaked tokens uniformly, including the few correct decisive tokens inside a wrong rollout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EMA smooths the per-token signal but does not change its sign or remove the length pressure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decision: park per-token shaping and try sequence-level shaping instead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</a:rPr>
              <a:t>exp_045 — SCRS-Confidence (sequence-level shaping)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E293B"/>
                </a:solidFill>
              </a:rPr>
              <a:t>new family: SCRS = Sequence-level Confidence Reward Shaping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rule: shaped_adv_i = grpo_adv_i - alpha2 * z(mean_conf_i)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uncertain-and-correct rollouts get a bigger positive advantage; confident-and-wrong rollouts get a bigger penalty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no per-token accumulation → no length feedback loop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alpha2 = 0 recovers pure GRPO exactly — clean ablation switch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result: full 1000 steps, last-50 mean reward = 5.80, answer_exact final 3.0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stable but not separating from baseline yet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</a:rPr>
              <a:t>exp_046 — SCRS-Entropy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E293B"/>
                </a:solidFill>
              </a:rPr>
              <a:t>swap: replace mean confidence with mean top-k Shannon entropy H (top_k = 100)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sign flips: shaped_adv_i = grpo_adv_i + alpha2 * z(mean_entropy_i)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intuition: H is roughly the inverse of C, so adding entropy is the same direction as subtracting confidence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full 1000 steps, last-50 mean reward = 6.13, slightly above SCRS-Conf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trajectory tracks the GRPO baseline within noise — sequence-level shaping is stable, but no clear win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</a:rPr>
              <a:t>exp_047 — GTPO-Conf, vectorised, one more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E293B"/>
                </a:solidFill>
              </a:rPr>
              <a:t>rewrite of exp_043 with vectorised per-token loops, TRL 0.23.1 compute_loss API, ghost guard for zero-variance batches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same method math: log(1+C) on O+, log(1+1/C) on O-, no EMA, alpha1=1, alpha2=0.1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hope: the previous collapse came from an implementation bug rather than the method itself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result: training aborted at step 295, peak 9.5 at step 49, last-50 mean reward = -2.89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collapse signature is identical to exp_043 — confirms the method, not the implementation, is the problem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</a:rPr>
              <a:t>All per-token variants vs baseline on MATH levels 3-5</a:t>
            </a:r>
          </a:p>
        </p:txBody>
      </p:sp>
      <p:pic>
        <p:nvPicPr>
          <p:cNvPr id="4" name="Picture 3" descr="per_token_collapse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480" y="1051560"/>
            <a:ext cx="10628735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64748B"/>
                </a:solidFill>
              </a:rPr>
              <a:t>lower is better (zero-correct fraction); only exp_041 baseline and exp_042 ablation stay near the floor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</a:rPr>
              <a:t>exp_048 — UCAS Stage 1 (arXiv 2510.10649)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E293B"/>
                </a:solidFill>
              </a:rPr>
              <a:t>external method: uncertainty-aware advantage shaping, ACL 2026 submission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C_t = full-vocabulary -mean(log_prob); per-sequence conf = masked mean of C_t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C_hat_i = z-score within rollout group; W_i = exp(±alpha * C_hat_i), sign by sign of grpo_adv_i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shaped_adv_i = W_i * grpo_adv_i — multiplicative, preserves advantage scale (unlike SCRS additive form)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alpha = 0.25 (stable range [0.1, 0.5] per paper Table 3)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result: full 1000 steps, last-50 mean reward = 5.92, answer_exact final 3.0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stable, but again tracks GRPO baseline within step-to-step noise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</a:rPr>
              <a:t>Sequence-level methods vs GRPO baseline</a:t>
            </a:r>
          </a:p>
        </p:txBody>
      </p:sp>
      <p:pic>
        <p:nvPicPr>
          <p:cNvPr id="4" name="Picture 3" descr="sequence_level_s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796" y="1051560"/>
            <a:ext cx="7402102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64748B"/>
                </a:solidFill>
              </a:rPr>
              <a:t>exp_041, exp_045, exp_046, exp_048 — zero-correct fraction (top) and mean reward (bottom)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</a:rPr>
              <a:t>Same picture, two metrics</a:t>
            </a:r>
          </a:p>
        </p:txBody>
      </p:sp>
      <p:pic>
        <p:nvPicPr>
          <p:cNvPr id="4" name="Picture 3" descr="seq_level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11277295" cy="41008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243835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64748B"/>
                </a:solidFill>
              </a:rPr>
              <a:t>left: total reward, right: answer_exact — all four runs overlap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</a:rPr>
              <a:t>Results table — MATH levels 3-5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E293B"/>
                </a:solidFill>
              </a:rPr>
              <a:t>exp_041 GRPO baseline             — last-50 reward 7.82  /  ans 2.625  /  status: ran 822 steps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exp_042 GTPO-EMA-flipped (zeroed) — last-50 reward 6.94  /  ans 2.625  /  status: ablation, identical to baseline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exp_043 GTPO-Conf (no EMA)        — last-50 reward -3.70 /  ans 0.000  /  status: collapsed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exp_044 GTPO-EMA-flipped (active) — last-50 reward -1.85 /  ans 1.125  /  status: collapsed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exp_045 SCRS-Confidence           — last-50 reward 5.80  /  ans 3.000  /  status: stable, no win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exp_046 SCRS-Entropy              — last-50 reward 6.13  /  ans 3.000  /  status: stable, no win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exp_047 GTPO-Conf vectorised      — last-50 reward -2.89 /  ans 1.875  /  status: collapsed, aborted at 295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exp_048 UCAS Stage 1              — last-50 reward 5.92  /  ans 3.000  /  status: stable, no win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E293B"/>
                </a:solidFill>
              </a:rPr>
              <a:t>per-token confidence shaping that wins on GSM-8K (exp_005, exp_028) does not transfer to MATH levels 3-5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all three per-token variants we tried (exp_043, exp_044, exp_047) collapse to near-zero answer accuracy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EMA temporal smoothing helps but does not fix the length feedback loop on long-context math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sequence-level shaping (SCRS family, UCAS Stage 1) is stable across 1000 steps but matches the GRPO baseline within noise — no separation yet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exp_042 turned out to be a useful free ablation — confirmed the GRPO backbone is fine and isolated the bug to the multiplier line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the per-rollout logging substrate from exp_040 will let us look at where the per-token signal actually flips sign during a long completion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</a:rP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E293B"/>
                </a:solidFill>
              </a:rPr>
              <a:t>use the exp_040 rollout logs to characterise C and EMA(C) along long MATH completions — does the signal flip sign mid-chain on wrong rollouts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try a length-corrected per-token bonus: divide alpha2 contribution by sqrt(seq_len) or restrict to the first N tokens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two-stage UCAS (Stage 2: per-token conditioned on the sequence weight) on MATH levels 3-5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if sequence-level matches but does not beat baseline, run multi-seed (3-5 seeds) on the most promising variant (SCRS-Entropy) to confirm or reject the parity claim with confidence intervals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all code under github.com/bliskavets/aiim_research, experiments exp_039..exp_048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