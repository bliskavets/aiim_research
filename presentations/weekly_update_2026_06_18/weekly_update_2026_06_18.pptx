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Calibri"/>
              </a:rPr>
              <a:t>Reward-Shaping in GRPO — Weekly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246120"/>
            <a:ext cx="29260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Qwen3-4B · GSM8K / Big-Math / Omni-MATH / Search-R1 · 11–18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6 experiments across two parallel 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exp_056 · Search-R1 (NQ+HotpotQA, wiki-18)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Search-R1: shaping never beats GRPO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237744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056_fixed_4way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1600200"/>
            <a:ext cx="10287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All 4 methods land at EM ≈ 0.196; the 3 shaped curves are ~identical. gtpo_conf KL explodes (~1e7, grad ~5e8) and grpo_s blows up — shaped-advantage magnitudes uncontrolled.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exp_057 · Qwen3-4B instruct · Omni-MATH integer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Shaping was silently bypassed — fixed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237744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057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6002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Audit found unsloth's compiled loss bypassed the shaping (shaped runs = plain GRPO). After the injection fix, per-token shaping (gtpo_conf) DEGRADES vs GRPO (L50 −0.2 vs +2.6).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exp_058 · Qwen3-4B-BASE · Big-Math int-2000  [parallel]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Base model: gtpo_ema collapses, others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237744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058_4way_bas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1600200"/>
            <a:ext cx="10287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Base has headroom: grpo &amp; grpo_s_entropy learn (boxed 0.7→1.9); gtpo_conf lags; gtpo_ema_flipped COLLAPSES via length-explosion (640 → 3400 tok, boxed → 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exp_059 · Qwen3-4B-BASE · GSM8K (exp_005 candidates)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Per-token confidence hurts; seq-level 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237744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059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6002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grpo +8.66, grpo_s_conf +8.84 (tie, within noise), gtpo_conf +0.86 (never learns the format, KL≈0.002). Inverts exp_005's old GTPO-Conf&gt;GRPO-S claim (that run was bypassed).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exp_059 · Qwen3-4B-instruct · hard Big-Math  [parallel]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Hard Big-Math 4-way — scaffolded, pending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237744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code + tests committed · training run 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Parallel session: 4 FIXED-framework methods on the hard Big-Math slice (llama8b&lt;0.3), Qwen3-4B-instruct. Code + tests committed; training run still pending (no results yet).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exp_060 · CONTROL · GRPO-S with β2 =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Control: β2=0 reproduces GRPO (code valid)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237744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060_control_stepmat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00200"/>
            <a:ext cx="10607040" cy="4079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With the entropy bonus off, GRPO-S tracks GRPO step-for-step (reward +0.67 vs +0.64, grad matches). Confirms the GRPO-S injection / gradient path is correct — the harm is the shaping itself, not a bug.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Takeaway: applied shaping doesn't beat GRPO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37744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Found &amp; fixed a real bug: unsloth's compiled GRPO loss silently bypassed every shaping trainer's _compute_loss — "shaped" runs were plain GRPO. Likely affects the earlier exp_049→056 arc.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With shaping ACTUALLY applied, no per-token method beats GRPO — across Qwen3 instruct &amp; base, GSM8K, Big-Math and Search-R1 it ties at best and usually hurts (gtpo_ema even collapses).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Sequence-level shaping (grpo_s) is benign (ties GRPO); per-token shaping is the harmful one (reward-misaligned z-normed advantage; uncontrolled magnitudes / KL explosions).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Control (exp_060) proves the code is correct — the historical "shaping helps" results were almost certainly measured with the shaping bypassed.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gtpo_conf  vs  gtpo_ema_flipped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37744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both:   Cₜ = −mean₍top-k₎ log π(v | ·)        # token confidence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both:   separate z-norm over O⁺ / O⁻ tokens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gtpo_conf  — raw, monotone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O⁺:  r̃ₜ = α₁ + α₂·(C̃ₜ / Σ C̃)·dₜ ,   C̃ = log(1+C)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O⁻:  r̃ₜ = −[α₁ + α₂·(Ĩₜ / Σ Ĩ)·hₜ] ,  Ĩ = log(1+1/C)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gtpo_ema_flipped  — EMA-smoothed + roles swapped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EMAₜ = λ·EMAₜ₋₁ + (1−λ)·Cₜ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O⁺ weight = 1/EMAₜ   (reward LOW-confidence tokens)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O⁻ weight =  EMAₜ     (penalize HIGH-confidence tokens)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difference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conf = instantaneous C, high-C → high bonus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ema  = smoothed C  +  inverted O⁺/O⁻ weighting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Length-penalty hack (gtpo_ema_flipped)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237744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why it explodes (exp_058)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O⁺ bonus ∝ 1/EMA(C) → rewards low-confidence tokens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→ model farms length:  640 → 3400 tok,  boxed → 0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fix 1 — soft length penalty on seq reward (before O⁺/O⁻ split)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rᵢ ← rᵢ − γ · max(0, |oᵢ| − L₀) / L₀        (γ≈0.5, L₀ = target len)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fix 2 — length-normalize the bonus (can't grow with length)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bonusₜ ← bonusₜ · L₀ / max(L₀, |oᵢ|)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effect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F2937"/>
                </a:solidFill>
                <a:latin typeface="Consolas"/>
              </a:rPr>
              <a:t>caps exploration-reward per completion → removes the incentive to ramble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